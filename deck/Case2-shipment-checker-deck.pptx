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Catch shipment mistakes before they leave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Case 2: Conversational Shipment Booking &amp; Pre-Flight Error Checker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Team: Anant Jain and Anshu Tolasaria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MVP link: https://case2-shipment-checker.onrender.com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Video link: [add before submitting]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E8C"/>
                </a:solidFill>
                <a:latin typeface="Calibri"/>
              </a:rPr>
              <a:t>Problem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Case 2 · case2-shipment-checker.onrender.com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657600" cy="48463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1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8C"/>
                </a:solidFill>
                <a:latin typeface="Calibri"/>
              </a:rPr>
              <a:t>Who has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UK sellers shipping stock to warehouses in Germany, France and the Netherlands.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Often small teams with no freight expert in the room.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657600" cy="48463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1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8C"/>
                </a:solidFill>
                <a:latin typeface="Calibri"/>
              </a:rPr>
              <a:t>What it costs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19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Goods held at customs for a wrong HS code or declared value.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Units reported missing at the warehouse, because counts did not match.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Found days later, when stock is already stuck.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8463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41731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8C"/>
                </a:solidFill>
                <a:latin typeface="Calibri"/>
              </a:rPr>
              <a:t>Sub-problems it splits into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874519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1. Forms are long and confusing.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2. Numbers do not tally (value, cartons, units).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3. HS codes are missing or too short.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4. Carrier weight limits are not checked.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5. Restricted goods are not flagged.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E8C"/>
                </a:solidFill>
                <a:latin typeface="Calibri"/>
              </a:rPr>
              <a:t>Scope: what we solved and what we left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Case 2 · case2-shipment-checker.onrender.com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486400" cy="4846320"/>
          </a:xfrm>
          <a:prstGeom prst="roundRect">
            <a:avLst>
              <a:gd name="adj" fmla="val 6000"/>
            </a:avLst>
          </a:prstGeom>
          <a:solidFill>
            <a:srgbClr val="E6F4EC"/>
          </a:solidFill>
          <a:ln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8C"/>
                </a:solidFill>
                <a:latin typeface="Calibri"/>
              </a:rPr>
              <a:t>Solved in the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Plain-language booking in chat, with only the missing questions asked.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Upload of Bookings and Items sheets, with cell references for every problem.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Rules R-01 to R-10, run the same way in both paths.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Carrier ranking by seller priority, with excluded carriers and reasons.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A booking summary the seller can copy.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394960" cy="48463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8C"/>
                </a:solidFill>
                <a:latin typeface="Calibri"/>
              </a:rPr>
              <a:t>Left out, and 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Real carrier bookings and labels: not needed to catch errors, and would need partner contracts.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Customs filing and HS lookup: a legal service, not a checker.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Payments, accounts and live exchange rates: GBP only, no login, for the MVP.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Lanes beyond UK to DE, FR and NL: keeps the rate card honest.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E8C"/>
                </a:solidFill>
                <a:latin typeface="Calibri"/>
              </a:rPr>
              <a:t>Assumptions and how we would check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Case 2 · case2-shipment-checker.onrender.com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39"/>
            <a:ext cx="10789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8C"/>
                </a:solidFill>
                <a:latin typeface="Calibri"/>
              </a:rPr>
              <a:t>Rate card is accurate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789919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Only one carrier row is real; the rest is placeholder. Check against each carrier's price sheet before pilot.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79"/>
            <a:ext cx="10789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8C"/>
                </a:solidFill>
                <a:latin typeface="Calibri"/>
              </a:rPr>
              <a:t>1% value tolerance is 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79"/>
            <a:ext cx="10789919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Measure how often honest sellers land between 0.5% and 1%. Tighten if rounding causes false alarms.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3756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10789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8C"/>
                </a:solidFill>
                <a:latin typeface="Calibri"/>
              </a:rPr>
              <a:t>Balanced weights 0.4 / 0.3 / 0.3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0789919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Ask 10 sellers to rank two options. Adjust weights to match what they choose.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4340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10789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8C"/>
                </a:solidFill>
                <a:latin typeface="Calibri"/>
              </a:rPr>
              <a:t>Transit counted in calendar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10789919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Compare expected arrival with actual delivery dates for the pilot lane.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4924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10789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8C"/>
                </a:solidFill>
                <a:latin typeface="Calibri"/>
              </a:rPr>
              <a:t>Keyword list catches restricted goods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789919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Review every R-06 hit and every miss in the pilot. Extend the list in one config 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E8C"/>
                </a:solidFill>
                <a:latin typeface="Calibri"/>
              </a:rPr>
              <a:t>Solution and MVP,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Case 2 · case2-shipment-checker.onrender.com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2103120" cy="1280160"/>
          </a:xfrm>
          <a:prstGeom prst="round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Seller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chat or sheets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51760" y="2834640"/>
            <a:ext cx="548640" cy="320040"/>
          </a:xfrm>
          <a:prstGeom prst="rightArrow">
            <a:avLst/>
          </a:prstGeom>
          <a:solidFill>
            <a:srgbClr val="5B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91840" y="2377440"/>
            <a:ext cx="2286000" cy="1280160"/>
          </a:xfrm>
          <a:prstGeom prst="round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Capture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Gemini fills fields; fallback if no key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669280" y="2834640"/>
            <a:ext cx="548640" cy="320040"/>
          </a:xfrm>
          <a:prstGeom prst="rightArrow">
            <a:avLst/>
          </a:prstGeom>
          <a:solidFill>
            <a:srgbClr val="5B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2377440"/>
            <a:ext cx="2286000" cy="1280160"/>
          </a:xfrm>
          <a:prstGeom prst="round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Checks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R-01 to R-10 in code, not the model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686800" y="2834640"/>
            <a:ext cx="548640" cy="320040"/>
          </a:xfrm>
          <a:prstGeom prst="rightArrow">
            <a:avLst/>
          </a:prstGeom>
          <a:solidFill>
            <a:srgbClr val="5B6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6880" y="2377440"/>
            <a:ext cx="2377440" cy="1280160"/>
          </a:xfrm>
          <a:prstGeom prst="round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Result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status, carrier,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430"/>
                </a:solidFill>
                <a:latin typeface="Calibri"/>
              </a:rPr>
              <a:t>The model only reads and writes fields. Pass or fail, carrier limits and totals come from deterministic code.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430"/>
                </a:solidFill>
                <a:latin typeface="Calibri"/>
              </a:rPr>
              <a:t>Uploads go through the same checks. Each problem points at a spreadsheet cell.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430"/>
                </a:solidFill>
                <a:latin typeface="Calibri"/>
              </a:rPr>
              <a:t>Try it: https://case2-shipment-checker.onrender.com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E8C"/>
                </a:solidFill>
                <a:latin typeface="Calibri"/>
              </a:rPr>
              <a:t>Adoption: who uses it, and why they might resist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Case 2 · case2-shipment-checker.onrender.com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657600" cy="48463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1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8C"/>
                </a:solidFill>
                <a:latin typeface="Calibri"/>
              </a:rPr>
              <a:t>Day-to-day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Owner or operations lead at a small seller, 1 to 5 shipments a month.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Books in the browser before the courier collects.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657600" cy="48463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1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8C"/>
                </a:solidFill>
                <a:latin typeface="Calibri"/>
              </a:rPr>
              <a:t>What changes for 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19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Replaces the carrier's long booking form with a short conversation.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Errors are shown before collection, not days later at the warehouse.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They keep their own sheets; upload works with what they already have.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8463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41731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8C"/>
                </a:solidFill>
                <a:latin typeface="Calibri"/>
              </a:rPr>
              <a:t>Why they might resist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874519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Distrust of AI giving wrong numbers. Mitigation: the model never decides pass or fail.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Already have a broker. Mitigation: the checks are a second pair of eyes, not a replacement.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Time to learn a new tool. Mitigation: one screen, one question at a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E8C"/>
                </a:solidFill>
                <a:latin typeface="Calibri"/>
              </a:rPr>
              <a:t>Rollout: pilot, phases, and the proof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Case 2 · case2-shipment-checker.onrender.com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657600" cy="48463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1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8C"/>
                </a:solidFill>
                <a:latin typeface="Calibri"/>
              </a:rPr>
              <a:t>Pilot (weeks 1 to 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10 sellers on one lane: UK to Germany.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Checks run alongside their usual bookings. Nothing is blocked yet.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Every finding reviewed by us within 24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657600" cy="48463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1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8C"/>
                </a:solidFill>
                <a:latin typeface="Calibri"/>
              </a:rPr>
              <a:t>Phases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19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1. Shadow mode on one lane.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2. Blocking mode on that lane, with a confirm-anyway option.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3. Add France and the Netherlands, then import real rate cards.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8463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41731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8C"/>
                </a:solidFill>
                <a:latin typeface="Calibri"/>
              </a:rPr>
              <a:t>Proof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874519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Share of bookings blocked before collection, and why.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Held or short-counted shipments versus the pilot baseline.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Repeat use: sellers booking 3 or more times a month.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False alarms reported by sellers, target under 5%.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4E8C"/>
                </a:solidFill>
                <a:latin typeface="Calibri"/>
              </a:rPr>
              <a:t>Open slide: what we would build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Case 2 · case2-shipment-checker.onrender.com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573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486400" cy="48463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8C"/>
                </a:solidFill>
                <a:latin typeface="Calibri"/>
              </a:rPr>
              <a:t>Brownie point: features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Import real carrier rate cards and keep them current.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Save bookings and re-check them when the ready date changes.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Let sellers attach their own HS code lookups, reviewed by a broker.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394960" cy="48463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E8C"/>
                </a:solidFill>
                <a:latin typeface="Calibri"/>
              </a:rPr>
              <a:t>Known limits to be honest about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Placeholder rate card until real data is loaded.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The rule-based assistant handles one or two facts a message; the Gemini assistant handles longer messages.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D2430"/>
                </a:solidFill>
                <a:latin typeface="Calibri"/>
              </a:rPr>
              <a:t>Free hosting sleeps when idle, so the first visit can be slow.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